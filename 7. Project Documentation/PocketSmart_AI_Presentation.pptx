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PocketSmart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Smart Budget &amp; Recommendation Assistant</a:t>
            </a:r>
          </a:p>
          <a:p>
            <a:r>
              <a:t>Gemini-powered Generative AI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Fixed budgets make planning difficult</a:t>
            </a:r>
          </a:p>
          <a:p>
            <a:r>
              <a:t>• Generic recommendations ignore individual constraints</a:t>
            </a:r>
          </a:p>
          <a:p>
            <a:r>
              <a:t>• Users need practical, personalized options</a:t>
            </a:r>
          </a:p>
          <a:p>
            <a:r>
              <a:t>• PocketSmart turns budget + requirement into an actionable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Enter category, budget, requirement and preferences</a:t>
            </a:r>
          </a:p>
          <a:p>
            <a:r>
              <a:t>• Validate the budget</a:t>
            </a:r>
          </a:p>
          <a:p>
            <a:r>
              <a:t>• Build a structured AI prompt</a:t>
            </a:r>
          </a:p>
          <a:p>
            <a:r>
              <a:t>• Generate a personalized recommendation with Gemini</a:t>
            </a:r>
          </a:p>
          <a:p>
            <a:r>
              <a:t>• Save and revisit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Budget Planner</a:t>
            </a:r>
          </a:p>
          <a:p>
            <a:r>
              <a:t>• AI Recommendation</a:t>
            </a:r>
          </a:p>
          <a:p>
            <a:r>
              <a:t>• Budget Allocation</a:t>
            </a:r>
          </a:p>
          <a:p>
            <a:r>
              <a:t>• Demo Mode</a:t>
            </a:r>
          </a:p>
          <a:p>
            <a:r>
              <a:t>• Recommendation History</a:t>
            </a:r>
          </a:p>
          <a:p>
            <a:r>
              <a:t>• Responsive UI</a:t>
            </a:r>
          </a:p>
          <a:p>
            <a:r>
              <a:t>• Gemini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Web UI → Validation/Budget Logic → Gemini REST API → Recommendation Renderer → LocalStorage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Gemini receives:</a:t>
            </a:r>
          </a:p>
          <a:p>
            <a:r>
              <a:t>• Category</a:t>
            </a:r>
          </a:p>
          <a:p>
            <a:r>
              <a:t>• Budget</a:t>
            </a:r>
          </a:p>
          <a:p>
            <a:r>
              <a:t>• Requirement</a:t>
            </a:r>
          </a:p>
          <a:p>
            <a:r>
              <a:t>• Preferences</a:t>
            </a:r>
          </a:p>
          <a:p>
            <a:r>
              <a:t>• Quantity</a:t>
            </a:r>
          </a:p>
          <a:p/>
          <a:p>
            <a:r>
              <a:t>The prompt requires budget-aware estimates, reasoning, alternatives and practical tips.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Interior Planning</a:t>
            </a:r>
          </a:p>
          <a:p>
            <a:r>
              <a:t>Budget: ₹50,000</a:t>
            </a:r>
          </a:p>
          <a:p>
            <a:r>
              <a:t>Requirement: Modern, space-saving student bedroom</a:t>
            </a:r>
          </a:p>
          <a:p>
            <a:r>
              <a:t>Preferences: Minimal, durable, keep a reserve</a:t>
            </a:r>
          </a:p>
          <a:p/>
          <a:p>
            <a:r>
              <a:t>Output: budget allocation + explanation + alternatives + tips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Budget calculation</a:t>
            </a:r>
          </a:p>
          <a:p>
            <a:r>
              <a:t>• Validation</a:t>
            </a:r>
          </a:p>
          <a:p>
            <a:r>
              <a:t>• Demo Mode</a:t>
            </a:r>
          </a:p>
          <a:p>
            <a:r>
              <a:t>• Gemini error handling</a:t>
            </a:r>
          </a:p>
          <a:p>
            <a:r>
              <a:t>• Save/reopen history</a:t>
            </a:r>
          </a:p>
          <a:p>
            <a:r>
              <a:t>• Clear history</a:t>
            </a:r>
          </a:p>
          <a:p>
            <a:r>
              <a:t>• Responsive layout</a:t>
            </a:r>
          </a:p>
          <a:p>
            <a:r>
              <a:t>• Copy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Current: classroom prototype, no live price verification, browser LocalStorage.</a:t>
            </a:r>
          </a:p>
          <a:p/>
          <a:p>
            <a:r>
              <a:t>Future: secure backend, database, authentication, live product APIs, comparison and export.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PocketSmart AI demonstrates a complete flow from budget input to generative AI recommendation and history.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